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04D0-D97B-8AD8-3CE7-3BF3EA6A5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D548B-3D0D-F760-5FA7-1A4A42542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F2EB3-1EA7-690E-710F-B6EA4B81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87B3-540F-897F-4E6E-E4FD1520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7908B-4CA2-D5FE-9891-F5874841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1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F48E-AB8C-F814-0A8E-5FD766CC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90D37-7B40-3ABD-2DEE-ADF45C10F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9220E-2322-213F-2B62-1E03786C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A6333-56F8-F232-BE79-AD52A4E1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B688F-A5F6-CB8A-B57E-E4314ABF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2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C1AB2-3060-8211-365F-12B7B116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0C2D2-FB77-34A3-7010-6D8FCF971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A9521-A7C2-1183-035F-8112A003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2B3FE-7E60-3AAC-2F82-B613ED43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7AFFB-7AA8-E278-FBF7-566CBF80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14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C5E1-56FE-7504-B412-87AEACF5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17DF-93BA-7275-8B4B-8DB3A3144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CFD08-1A1B-C94B-50B7-6429FB2A2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FD1F8-42C5-3E44-D8B0-18C4AACE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A9223-9266-1588-EAAA-119D34C0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54ADF-F3D1-E268-57F7-55119EBC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5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3A8C-4801-9FE0-9630-A3BA4E96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B7C9-E2A0-006F-806E-A69930DA1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2656-3910-7249-A782-1C53FC86D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8E6ED-A60D-82B6-EB2D-7A35E7982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F8FCA4-B6CD-4EA8-EA15-329F35B59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B3B02-DB33-F1B2-973B-45C033AF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DF2C9-E44A-D2EC-9670-11A25E6F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FE926-1F1F-9D90-327C-35630061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7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DCFDC-FD18-DB22-8CE4-6E3D94A74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875C0-CDEC-FE72-A87A-4D9C1C30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7D20C-17E1-EA38-B64C-8E47AD4F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C9494-0A6D-A18D-7B6D-DBAD03B83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4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55C3A-2BA6-B48E-0711-A41DFC6F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6DC35-C1EB-2A96-5B38-13A8E6005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A1543-E231-BD47-41CD-31656A5B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0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BA40-55A8-5FAF-23EE-0CA45DA3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3F84-1419-6631-646C-C5DC30098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B641F-7E1D-FE44-34A3-B789F11E5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2058-1C75-5FC1-C852-0FF116F6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B939C-37DF-17A9-B0BE-693AF8E8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C0BBF-EC71-6A87-7389-6F71178C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24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0578-D774-B288-203B-F2DA91C7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9CFE41-EAFF-9DCE-69A3-8DE3FDE61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A50FB-811E-567A-55C6-1DF63CFA0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0F84A-123A-D3B2-BC74-20E98C85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3665F-D75C-C932-90A0-AA2BA2AC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37355-1C21-65A1-B594-C1919BAA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DAD0-BC3A-8DD2-7AF4-C4EB96C0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8747E-DC4B-7538-AE85-1AAFC847D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65E28-8F6E-4786-D277-8FA71E27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A2E7-62C5-4C4B-A33C-3D717A648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9981-AB8F-AFB4-370F-E54F8938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096BC-9924-3B6F-1790-AC0ABD1BC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8212-531F-6B55-BE65-C3DB3286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10B7-FD4A-188D-9EE1-808C3A0F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56AD-94AE-EF03-C29C-F0081173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91699-B33D-468E-9DE8-5E5FE4E3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FA41E6-5600-CAC7-B48B-BCDA2CC5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3553-7DD9-AB07-D93D-49D8ACF5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B129C-0DF8-0BEF-9980-E7FA15D50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F2C5E-E8A0-4DE4-BBE0-7EA173D69E5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124B-7DEE-FB0A-C25B-D7076EDED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D08E9-FB92-6DF7-5CB9-C38F1CE9E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20ACC-98E0-4C40-90D1-74BA95F85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7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E6D5550C-DBB2-C868-4820-CF6BA6795DDF}"/>
              </a:ext>
            </a:extLst>
          </p:cNvPr>
          <p:cNvGrpSpPr/>
          <p:nvPr/>
        </p:nvGrpSpPr>
        <p:grpSpPr>
          <a:xfrm>
            <a:off x="201708" y="779930"/>
            <a:ext cx="11681009" cy="2649070"/>
            <a:chOff x="201708" y="779930"/>
            <a:chExt cx="11681009" cy="264907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87A4D37-749F-A83D-6917-AEE9A989CCE8}"/>
                </a:ext>
              </a:extLst>
            </p:cNvPr>
            <p:cNvSpPr/>
            <p:nvPr/>
          </p:nvSpPr>
          <p:spPr>
            <a:xfrm>
              <a:off x="201708" y="1801907"/>
              <a:ext cx="2111188" cy="61856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workflow_table.csv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06FA2F7-8DFC-C294-A836-F5FA0654AD62}"/>
                </a:ext>
              </a:extLst>
            </p:cNvPr>
            <p:cNvSpPr/>
            <p:nvPr/>
          </p:nvSpPr>
          <p:spPr>
            <a:xfrm>
              <a:off x="3769661" y="1801907"/>
              <a:ext cx="1757081" cy="61856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params.config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EFA99B3-8EBF-C577-5B42-40C763644C1C}"/>
                </a:ext>
              </a:extLst>
            </p:cNvPr>
            <p:cNvSpPr/>
            <p:nvPr/>
          </p:nvSpPr>
          <p:spPr>
            <a:xfrm>
              <a:off x="6665260" y="1801907"/>
              <a:ext cx="1757081" cy="61856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nextflow.config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CD67D6B-3EB7-5FAB-8270-1DF4D94BF5B4}"/>
                </a:ext>
              </a:extLst>
            </p:cNvPr>
            <p:cNvSpPr/>
            <p:nvPr/>
          </p:nvSpPr>
          <p:spPr>
            <a:xfrm>
              <a:off x="10125636" y="1801907"/>
              <a:ext cx="1757081" cy="618564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main.nf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AA0F5-BACB-06EB-D86E-DD8427FC972A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2312896" y="2111189"/>
              <a:ext cx="1456765" cy="0"/>
            </a:xfrm>
            <a:prstGeom prst="straightConnector1">
              <a:avLst/>
            </a:prstGeom>
            <a:ln w="101600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1D28E58-EF3E-2632-7151-3C89321C904D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5526742" y="2111189"/>
              <a:ext cx="1138518" cy="0"/>
            </a:xfrm>
            <a:prstGeom prst="straightConnector1">
              <a:avLst/>
            </a:prstGeom>
            <a:ln w="101600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2D9D4AF-FFC2-4230-D579-D02EA726414C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8422341" y="2111189"/>
              <a:ext cx="1703295" cy="0"/>
            </a:xfrm>
            <a:prstGeom prst="straightConnector1">
              <a:avLst/>
            </a:prstGeom>
            <a:ln w="101600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575D812-198D-FE10-96DF-796E5EA5B369}"/>
                </a:ext>
              </a:extLst>
            </p:cNvPr>
            <p:cNvSpPr/>
            <p:nvPr/>
          </p:nvSpPr>
          <p:spPr>
            <a:xfrm>
              <a:off x="1368242" y="2770096"/>
              <a:ext cx="3054724" cy="61856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r-</a:t>
              </a:r>
              <a:r>
                <a:rPr lang="en-US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nf_write</a:t>
              </a:r>
              <a:r>
                <a:rPr lang="en-US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params.R</a:t>
              </a:r>
              <a:endPara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ED6927D-8A83-2C5F-7286-0752CB63389D}"/>
                </a:ext>
              </a:extLst>
            </p:cNvPr>
            <p:cNvSpPr/>
            <p:nvPr/>
          </p:nvSpPr>
          <p:spPr>
            <a:xfrm>
              <a:off x="4568637" y="779930"/>
              <a:ext cx="3054725" cy="61856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includeConfig</a:t>
              </a:r>
              <a:endPara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754CA51-9851-D5D8-B66F-B39F6D741E91}"/>
                </a:ext>
              </a:extLst>
            </p:cNvPr>
            <p:cNvSpPr/>
            <p:nvPr/>
          </p:nvSpPr>
          <p:spPr>
            <a:xfrm>
              <a:off x="7623362" y="2810436"/>
              <a:ext cx="3054725" cy="61856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(default behavior)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D11C170-62A1-55B2-6CE5-C9C4C8F7FD09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2895604" y="2111189"/>
              <a:ext cx="0" cy="658907"/>
            </a:xfrm>
            <a:prstGeom prst="line">
              <a:avLst/>
            </a:prstGeom>
            <a:ln w="635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BFDAFB-D0E8-45DE-4F50-E08D0A6FA5A0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6096000" y="1398494"/>
              <a:ext cx="0" cy="712695"/>
            </a:xfrm>
            <a:prstGeom prst="line">
              <a:avLst/>
            </a:prstGeom>
            <a:ln w="635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7F55540-7153-C151-9699-6234BD57FF7B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9150725" y="2104465"/>
              <a:ext cx="0" cy="705971"/>
            </a:xfrm>
            <a:prstGeom prst="line">
              <a:avLst/>
            </a:prstGeom>
            <a:ln w="635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603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24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Sean Maden</dc:creator>
  <cp:lastModifiedBy>Sean Maden</cp:lastModifiedBy>
  <cp:revision>2</cp:revision>
  <dcterms:created xsi:type="dcterms:W3CDTF">2023-02-13T23:30:03Z</dcterms:created>
  <dcterms:modified xsi:type="dcterms:W3CDTF">2023-02-14T21:00:13Z</dcterms:modified>
</cp:coreProperties>
</file>